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Electricity Consumption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200">
                <a:solidFill>
                  <a:srgbClr val="BDD7EE"/>
                </a:solidFill>
              </a:rPr>
              <a:t>GridSense Energy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</a:rPr>
              <a:t>Business Question: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000">
                <a:solidFill>
                  <a:srgbClr val="FFC000"/>
                </a:solidFill>
              </a:rPr>
              <a:t>What temporal and environmental factors influence electricity consumption?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FFFFFF"/>
                </a:solidFill>
              </a:rPr>
              <a:t>• Identify high- and low-demand periods
• Analyze weather–consumption relationships
• Compare customer segments and geographical areas
• Investigate weekday/weekend and tariff-period patterns
• Train and evaluate a regression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>
                <a:solidFill>
                  <a:srgbClr val="FF8080"/>
                </a:solidFill>
              </a:rPr>
              <a:t>SYNTHETIC DATA — Not official GridSense data. For practice purposes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Dataset and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1F4E79"/>
                </a:solidFill>
              </a:rPr>
              <a:t>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/>
              <a:t>• meter_readings: 229,658 rows (timestamp, customer, consumption)
• customers: 80 rows (segment, area, connection_type, tariff_category)
• weather: 2,868 rows (temperature, humidity, rain)
• calendar: 120 rows (date, weekday, holiday, season)
• tariff: 72 rows (tariff_category, hour, peak_period, tariff_rate)
• Coverage: 2025-01-01 to 2025-04-30 | 80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1F4E79"/>
                </a:solidFill>
              </a:rPr>
              <a:t>Data Quality Issues &amp;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08760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/>
              <a:t>• Exact duplicate rows → removed
• Conflicting customer+timestamp keys → kept higher consumption
• Negative consumption values → removed (synthetic errors)
• Inconsistent segment labels → normalized (strip + title-case)
• Missing weather measurements → forward/back-filled
• Missing consumption → excluded from ML training
• All joins validated (many-to-one); row count preserved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>
                <a:solidFill>
                  <a:srgbClr val="C00000"/>
                </a:solidFill>
              </a:rPr>
              <a:t>SYNTHETIC DATA — Not official GridSense data. For practice purposes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EDA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1F4E79"/>
                </a:solidFill>
              </a:rPr>
              <a:t>Finding 1 — Peak Demand Hour: 17:00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/>
              <a:t>Peak aggregate demand occurs at 17:00.
Low demand occurs at 4:00.
Peak avg demand: 345.7 kWh
Low avg demand:  230.8 kWh
Implication: Grid operators should schedule maintenance and demand-response
programs around the 17:00 peak window.</a:t>
            </a:r>
          </a:p>
        </p:txBody>
      </p:sp>
      <p:pic>
        <p:nvPicPr>
          <p:cNvPr id="6" name="Picture 5" descr="hourly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749039"/>
            <a:ext cx="5669280" cy="31471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0972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1F4E79"/>
                </a:solidFill>
              </a:rPr>
              <a:t>Finding 2 — Segment Differences (Top: Industrial)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/>
              <a:t>Highest mean consumption: Industrial (9.132 kWh/reading)
Temp–demand correlation: r = 0.6807
Humidity–demand correlation: r = -0.2119
Implication: Targeted energy-efficiency programs should prioritise
the Industrial segment. Weather-linked demand suggests HVAC usage
is a key driver.</a:t>
            </a:r>
          </a:p>
        </p:txBody>
      </p:sp>
      <p:pic>
        <p:nvPicPr>
          <p:cNvPr id="9" name="Picture 8" descr="segmen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749039"/>
            <a:ext cx="5669280" cy="32097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>
                <a:solidFill>
                  <a:srgbClr val="C00000"/>
                </a:solidFill>
              </a:rPr>
              <a:t>SYNTHETIC DATA — Not official GridSense data. For practice purposes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Machine Learning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/>
              <a:t>Algorithm: Random Forest Regressor (100 trees, seed=42)
Features (18 total):
  Numeric: hour, day_of_week, month, is_weekend, hour_sin, hour_cos, month_sin, month_cos, temperature, humidity, rain, holiday, tariff_rate
  Categorical: segment, area, connection_type, tariff_category, peak_period
Target: consumption (kWh)
Split: Chronological (80% train / 20% test)
  Train rows: 182,663
  Test rows:  45,668
  Split at: 2025-04-07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/>
              <a:t>Evaluation Metrics
Metric      Baseline  RandomForest
MAE           2.9156        0.9010
RMSE          3.7699        1.4887
R²           -0.0036        0.8435
</a:t>
            </a:r>
          </a:p>
        </p:txBody>
      </p:sp>
      <p:pic>
        <p:nvPicPr>
          <p:cNvPr id="6" name="Picture 5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017520"/>
            <a:ext cx="5669280" cy="3131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>
                <a:solidFill>
                  <a:srgbClr val="C00000"/>
                </a:solidFill>
              </a:rPr>
              <a:t>SYNTHETIC DATA — Not official GridSense data. For practice purposes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/>
              <a:t>1. Demand-Response at Peak Hour (17:00)
   Evidence: Peak aggregate demand is 345.7 kWh vs low of 230.8 kWh at 4:00.
   Action: Implement time-of-use incentives to shift flexible loads away from 17:00.
2. Targeted Efficiency for Industrial Segment
   Evidence: Industrial has the highest mean consumption (9.132 kWh/reading).
   Action: Offer energy audits and smart-meter upgrades to Industrial customers first.
3. Weather-Linked Forecasting
   Evidence: Temperature correlation r=0.6807 with aggregate demand.
   Action: Integrate weather forecasts into grid planning to anticipate demand spikes.
4. Model Deployment
   The Random Forest model (R²=0.8435, MAE=0.901) outperforms the mean baseline
   (R²=-0.0036) and can support short-term consumption forecasting.
Limitations: Synthetic data; results are illustrative only. Real deployment requires
validation on actual meter data and regulatory review of tariff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>
                <a:solidFill>
                  <a:srgbClr val="C00000"/>
                </a:solidFill>
              </a:rPr>
              <a:t>SYNTHETIC DATA — Not official GridSense data. For practice purposes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